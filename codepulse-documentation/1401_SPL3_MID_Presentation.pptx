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88" r:id="rId31"/>
    <p:sldId id="290" r:id="rId32"/>
    <p:sldId id="29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45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4023360" cy="4023360"/>
          </a:xfrm>
          <a:prstGeom prst="ellipse">
            <a:avLst/>
          </a:prstGeom>
          <a:solidFill>
            <a:srgbClr val="2EC4B6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CodePulse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Multi-Platform Coding Performance Analyzer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dashboard that aggregates competitive-programming activity from Codeforces, LeetCode, AtCoder, and CodeChef — with AI-powered insights and recommendations.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2E5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Abdus Salam Islam Badhon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ID: BSSE-1401 | Dept. of IIT, University of Dhaka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53035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Mohd. Zulfiquar Hafiz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IIT, University of Dhaka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E87154-3314-3C37-44F7-70C4CE8FA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31" y="457200"/>
            <a:ext cx="1914792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32772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is a full-stack web application that aggregates and analyses competitive-programming activity across Codeforces, LeetCode, AtCoder, and CodeChef into a single intelligent dashboard.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four separate platforms, users get one unified view of their strengths, weaknesses, combined rating, and AI-generated problem recommendations.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Next.js 14 frontend and a Spring Boot 3.2 backend, with Mistral AI powering the recommendation and coaching layer.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38BDB6-0AEB-2C78-BB6E-3134F752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65" y="914400"/>
            <a:ext cx="5766995" cy="2700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22D6B5-1AC7-F5A7-1244-BAC56E67D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640" y="3851845"/>
            <a:ext cx="2562280" cy="26586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F582A-5781-FACA-3E3D-34D8BF336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082" y="3779674"/>
            <a:ext cx="3657600" cy="2859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55448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1790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1993392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programmers' stats are scattered across 4+ unrelated platforms with no shared view.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22064" y="1371600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3232" y="155448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3232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07864" y="151790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Cross-Platform Insight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3232" y="1993392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easy way to see combined weaknesses, strengths, or a single unified rating.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095488" y="1371600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6656" y="155448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8296656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81288" y="151790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Problem Selection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6656" y="1993392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what to practice next is largely manual, random, or based on gut feeling.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3877056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059936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02336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Existing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" y="4498848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trackers are single-platform and rarely offer AI-driven, personalised guidance.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22064" y="3877056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3232" y="4059936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9" name="Text 27"/>
          <p:cNvSpPr/>
          <p:nvPr/>
        </p:nvSpPr>
        <p:spPr>
          <a:xfrm>
            <a:off x="4523232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07864" y="402336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Untapped Behavioural Data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23232" y="4498848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 hides patterns (streaks, blind spots, comfort zones) that go unused.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095488" y="3877056"/>
            <a:ext cx="3517392" cy="2249424"/>
          </a:xfrm>
          <a:prstGeom prst="roundRect">
            <a:avLst>
              <a:gd name="adj" fmla="val 3659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96656" y="4059936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4" name="Text 32"/>
          <p:cNvSpPr/>
          <p:nvPr/>
        </p:nvSpPr>
        <p:spPr>
          <a:xfrm>
            <a:off x="8296656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81288" y="402336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AI Coaching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296656" y="4498848"/>
            <a:ext cx="3115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turn raw submission history into a personal, context-aware coach.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 Propositions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368131"/>
              </p:ext>
            </p:extLst>
          </p:nvPr>
        </p:nvGraphicFramePr>
        <p:xfrm>
          <a:off x="548640" y="1417319"/>
          <a:ext cx="11064240" cy="4041373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(status quo)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CodePulse 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scattered across 4 platforms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combined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cross-platform weakness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topic weakness radar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comparison between platforms is hard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CodePulse Rating — one number from all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selection is manual / 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Algorithmic + AI-powered recommendations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insight into behavioural patterns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Findings Engine (8+ auto-generated insights)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3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can't understand your coding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 receives your full performance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CodePulse?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552256" y="14630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2552256" y="1463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2256" y="1965960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53424" y="214884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275342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38056" y="21122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53424" y="258775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improve competitive-programming performance across every platform they use.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2256" y="3392424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53424" y="3575304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2753424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38056" y="35387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53424" y="401421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behavioural and performance patterns from aggregated multi-platform submission data.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52256" y="4818888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53424" y="500176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3" name="Text 21"/>
          <p:cNvSpPr/>
          <p:nvPr/>
        </p:nvSpPr>
        <p:spPr>
          <a:xfrm>
            <a:off x="2753424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38056" y="49651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/ Teachers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753424" y="54406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unified analytics and AI recommendations for guided, structured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· Spring Boot backend · Data sync layer · 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3934" y="1463040"/>
            <a:ext cx="5261085" cy="4846320"/>
          </a:xfrm>
          <a:prstGeom prst="roundRect">
            <a:avLst>
              <a:gd name="adj" fmla="val 188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0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729" y="1331919"/>
            <a:ext cx="6864501" cy="5269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33649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JWT + BCrypt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AI + Mistral (mistral-large-latest)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/ Hibernate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15+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14173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14173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33649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(App Router)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(cyberpunk theme)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+ TanStack Query v5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Platforms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86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Codeforces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REST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Submissions, verdict, rating history, tags, difficulty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LeetCode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GraphQL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Submissions, Easy/Medium/Hard difficulty, topic tags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kenkoooo.com community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Submissions, Elo-like difficulty model, contest 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CodeChef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wrapper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 problems, division-based difficulty estimation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System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use-case clusters (UC-1 to UC-5)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5874" y="1463040"/>
            <a:ext cx="5137204" cy="4846320"/>
          </a:xfrm>
          <a:prstGeom prst="roundRect">
            <a:avLst>
              <a:gd name="adj" fmla="val 188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16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914" y="1783080"/>
            <a:ext cx="449712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— Authentication &amp; Profile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UC-1: registration, login, and platform-handle management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93743"/>
            <a:ext cx="11091672" cy="2876354"/>
          </a:xfrm>
          <a:prstGeom prst="roundRect">
            <a:avLst>
              <a:gd name="adj" fmla="val 317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55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13783"/>
            <a:ext cx="10451592" cy="22362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— Data Sync &amp; Pruning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UC-2: multi-platform submission sync and retention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75811"/>
            <a:ext cx="11091672" cy="3912217"/>
          </a:xfrm>
          <a:prstGeom prst="roundRect">
            <a:avLst>
              <a:gd name="adj" fmla="val 233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5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95851"/>
            <a:ext cx="10451592" cy="32721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— Analytics Engine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UC-3: CodePulse Rating, streaks, and weakness 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53319"/>
            <a:ext cx="11091672" cy="4157203"/>
          </a:xfrm>
          <a:prstGeom prst="roundRect">
            <a:avLst>
              <a:gd name="adj" fmla="val 2200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5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73359"/>
            <a:ext cx="10451592" cy="35171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— Recommendations &amp; Feedback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UC-4: curated problem generation and solve tracking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7773"/>
            <a:ext cx="11091672" cy="3828295"/>
          </a:xfrm>
          <a:prstGeom prst="roundRect">
            <a:avLst>
              <a:gd name="adj" fmla="val 238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600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7813"/>
            <a:ext cx="10451592" cy="3188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— AI Coach Subsystem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UC-5: prompt-driven Mistral AI recommendation sessions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35472"/>
            <a:ext cx="11091672" cy="3392897"/>
          </a:xfrm>
          <a:prstGeom prst="roundRect">
            <a:avLst>
              <a:gd name="adj" fmla="val 2695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602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55512"/>
            <a:ext cx="10451592" cy="27528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Combined 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25687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Rating — unified rating computed from all 4 platforms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&amp; longest streak across all connected platforms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connection grid showing handle names and stats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submissions timeline with clickable links to the actual problems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2CF9E-869F-D37A-8CC8-7DC5AEB1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988" y="944707"/>
            <a:ext cx="8135471" cy="3075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AF1FE-8AB5-8C1D-6D03-49D325331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717" y="4305940"/>
            <a:ext cx="8252012" cy="23600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Deep Analytics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816736" cy="25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heatmap — 26 weeks, all platforms combined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comparison chart &amp; CF rating trend line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distribution normalised across platforms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coverage bar chart (top 12) &amp; weakness vs strength radar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verdict distribution donut chart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0D1F43-AAA8-A393-4480-AE6F5359A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34" y="521208"/>
            <a:ext cx="5831534" cy="2668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0177C-D935-8D61-15BC-FEB6E2683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35" y="3418402"/>
            <a:ext cx="5831534" cy="29388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CFF003-F1FA-6C63-C2D0-144E3984C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03" y="3980330"/>
            <a:ext cx="5289078" cy="25484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Insights Engine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6–10 findings from a user's combined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05740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2082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Weakness Detection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2496312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topic dragging performance down the most.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2064" y="1874520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3232" y="205740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4523232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07864" y="202082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Zero-Accepted Topics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3232" y="2496312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blind-spot topics with no accepted submissions.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5488" y="1874520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96656" y="205740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829665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81288" y="2020824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Rate Analysis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96656" y="2496312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accuracy trends across platforms.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77184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560064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560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523488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Comfort-Zone Alert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3998976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a user avoids harder problems.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22064" y="3377184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3232" y="3560064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0" name="Text 28"/>
          <p:cNvSpPr/>
          <p:nvPr/>
        </p:nvSpPr>
        <p:spPr>
          <a:xfrm>
            <a:off x="4523232" y="3560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07864" y="3523488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Streak Pattern Recognition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23232" y="3998976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consistency and gaps in practice habits.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5488" y="3377184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96656" y="3560064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5" name="Text 33"/>
          <p:cNvSpPr/>
          <p:nvPr/>
        </p:nvSpPr>
        <p:spPr>
          <a:xfrm>
            <a:off x="8296656" y="3560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81288" y="3523488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Diversity Score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96656" y="3998976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breadth of topics practised.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879848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506272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062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026152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Imbalance Detection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9808" y="5501640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over-reliance on a single platform.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22064" y="4879848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23232" y="506272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5" name="Text 43"/>
          <p:cNvSpPr/>
          <p:nvPr/>
        </p:nvSpPr>
        <p:spPr>
          <a:xfrm>
            <a:off x="4523232" y="5062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07864" y="5026152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Trend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4523232" y="5501640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last 30 vs previous 30 days of activity.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95488" y="4879848"/>
            <a:ext cx="3517392" cy="1246632"/>
          </a:xfrm>
          <a:prstGeom prst="roundRect">
            <a:avLst>
              <a:gd name="adj" fmla="val 6601"/>
            </a:avLst>
          </a:prstGeom>
          <a:solidFill>
            <a:srgbClr val="F1F7F8"/>
          </a:solidFill>
          <a:ln/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96656" y="506272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0" name="Text 48"/>
          <p:cNvSpPr/>
          <p:nvPr/>
        </p:nvSpPr>
        <p:spPr>
          <a:xfrm>
            <a:off x="8296656" y="5062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781288" y="5026152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Signature Recognition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296656" y="5501640"/>
            <a:ext cx="311505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user's strongest topic areas.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Curated Recommendations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recommendations based on detected weakness topics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user rating determines the difficulty range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sourced from any of the 4 connected platforms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filter: All / CF / LC / AC / CC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solved (feedback loop) · Dismiss · Generate new (replaces previous)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1E3476-3104-7591-1551-A780EE670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15568"/>
            <a:ext cx="6217920" cy="49221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AI Coach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/ai-recommend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prompt, e.g. "I want to practice DP on trees"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receives full user context: rating, weakness scores, per-platform stats, recently solved problems, recent WA/TLE topics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4–10 </a:t>
            </a:r>
            <a:r>
              <a:rPr lang="en-US" dirty="0" err="1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recommendations with direct URLs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Insight paragraph + Focus Areas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in DB and shown on page load · Regenerate replaces previous session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4C0DE6-BB6B-1F74-4E52-9D13191D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06" y="187248"/>
            <a:ext cx="6016214" cy="34520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4C0081-C6DC-24A2-10CA-B3B3BA35D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096" y="3744672"/>
            <a:ext cx="6145434" cy="30266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— Profile &amp; Auto-Sync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platform handles always pre-filled from server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status badge per platform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handle opens the profile on that platform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triggers re-sync eligibility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93999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999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42910"/>
            <a:ext cx="5421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6 hours for all active users (configurable cron)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manually by the user from any page</a:t>
            </a:r>
            <a:endParaRPr lang="en-US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pruning: keeps latest 300 per user (configurable)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5FF2D8-D990-5C1D-AF24-0B6E34A8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656" y="941832"/>
            <a:ext cx="6206443" cy="50555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CodePulse Rating Algorithm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Elo-like number representing combined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072B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connected platform: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CF_rating  = actual CF rating from /user.rating API (or estimated)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LC_rating  = 1200 + (easy × 2) + (medium × 9) + (hard × 22) + acceptance_rate_bonus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AC_rating  = average difficulty of solved AtCoder problems × 1.05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CC_rating  = 1000 + (easy × 3) + (medium × 10) + (hard × 20) + (expert × 35)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per platform = √(submission_count_on_platform)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More activity on a platform gives it more influence, with diminishing returns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CodePulse_Rating = Σ(platform_rating × weight) / Σ(weight)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Clipped to the range [800, 3800]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Tier Mapping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CF tier names for familiarity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234977"/>
              </p:ext>
            </p:extLst>
          </p:nvPr>
        </p:nvGraphicFramePr>
        <p:xfrm>
          <a:off x="1737360" y="1463040"/>
          <a:ext cx="6061934" cy="4462271"/>
        </p:xfrm>
        <a:graphic>
          <a:graphicData uri="http://schemas.openxmlformats.org/drawingml/2006/table">
            <a:tbl>
              <a:tblPr/>
              <a:tblGrid>
                <a:gridCol w="286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– 1199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Pupil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– 1399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 – 1599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 – 1899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 – 2099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 – 2399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2400 – 2599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 – 2999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Legendary Grandmaster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Authentication &amp; Profile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flow through JWT issuance and handle updates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96854" y="1508760"/>
            <a:ext cx="3795244" cy="4800600"/>
          </a:xfrm>
          <a:prstGeom prst="roundRect">
            <a:avLst>
              <a:gd name="adj" fmla="val 240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21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1262410"/>
            <a:ext cx="6037728" cy="52395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Data Sync &amp; Pruning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multi-platform fetch → ingestion → pruning &amp; finalisation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14187"/>
            <a:ext cx="11091672" cy="1589747"/>
          </a:xfrm>
          <a:prstGeom prst="roundRect">
            <a:avLst>
              <a:gd name="adj" fmla="val 5752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35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82" y="2138083"/>
            <a:ext cx="11577918" cy="31869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Analytics Computation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GET /api/analytics/me to CodePulse Rating &amp; hidden insights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11264" y="1508760"/>
            <a:ext cx="1566425" cy="4800600"/>
          </a:xfrm>
          <a:prstGeom prst="roundRect">
            <a:avLst>
              <a:gd name="adj" fmla="val 583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3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904" y="1298448"/>
            <a:ext cx="3042049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Recommendation Generation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analysis → problem matching → curated list persistence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15017" y="1508760"/>
            <a:ext cx="2158917" cy="4800600"/>
          </a:xfrm>
          <a:prstGeom prst="roundRect">
            <a:avLst>
              <a:gd name="adj" fmla="val 4235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3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494" y="1298448"/>
            <a:ext cx="5553635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AI Coach 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context assembly → Mistral AI call → parsing &amp; validation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64597" y="1508760"/>
            <a:ext cx="2459758" cy="4800600"/>
          </a:xfrm>
          <a:prstGeom prst="roundRect">
            <a:avLst>
              <a:gd name="adj" fmla="val 371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541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5" y="1508760"/>
            <a:ext cx="5325035" cy="4910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70F98A-8034-0479-44F6-9A5F741F7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892" y="1508760"/>
            <a:ext cx="6394028" cy="4273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95453" y="1417320"/>
            <a:ext cx="5198047" cy="4892040"/>
          </a:xfrm>
          <a:prstGeom prst="roundRect">
            <a:avLst>
              <a:gd name="adj" fmla="val 186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8" name="Image 0" descr="/home/claude/imgs/Images/mermaid-diagram-2026-08-01-141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9" y="1078992"/>
            <a:ext cx="10354234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39" y="1344168"/>
            <a:ext cx="4978101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4173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data sync layer (CF, LC, AC, CC)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Rating algorithm implementation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service integrated with Mistral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role-based access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344168"/>
            <a:ext cx="4286922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7210313" y="14173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Analytics &amp; Recommendations pages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chat-style interface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 flow with 2-step wizard</a:t>
            </a:r>
            <a:endParaRPr lang="en-US" sz="2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with handle pre-fill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/ Roadmap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phases, Weeks 1–16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80124"/>
            <a:ext cx="11091672" cy="3057871"/>
          </a:xfrm>
          <a:prstGeom prst="roundRect">
            <a:avLst>
              <a:gd name="adj" fmla="val 2990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101600" dist="25400" dir="5400000" algn="bl" rotWithShape="0">
              <a:srgbClr val="9AAAB0">
                <a:alpha val="25000"/>
              </a:srgbClr>
            </a:outerShdw>
          </a:effectLst>
        </p:spPr>
      </p:sp>
      <p:pic>
        <p:nvPicPr>
          <p:cNvPr id="9" name="Image 0" descr="/home/claude/imgs/Images/mermaid-diagram-2026-08-01-1443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77" y="1567389"/>
            <a:ext cx="11368144" cy="47419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92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92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Add citations for any papers, APIs, or libraries your project builds on.</a:t>
            </a:r>
            <a:endParaRPr lang="en-US" sz="2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Codeforces API documentation — https://codeforces.com/apiHelp</a:t>
            </a:r>
            <a:endParaRPr lang="en-US" sz="2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LeetCode GraphQL (community-documented) endpoints.</a:t>
            </a:r>
            <a:endParaRPr lang="en-US" sz="2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kenkoooo.com — AtCoder Problems community API.</a:t>
            </a:r>
            <a:endParaRPr lang="en-US" sz="2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Mistral AI documentation — https://docs.mistral.ai</a:t>
            </a:r>
            <a:endParaRPr lang="en-US" sz="24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Spring AI reference documentation.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2EC4B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 — CodePulse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1598</Words>
  <Application>Microsoft Office PowerPoint</Application>
  <PresentationFormat>Widescreen</PresentationFormat>
  <Paragraphs>379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Abdus Salam Islam Badhon</cp:lastModifiedBy>
  <cp:revision>2</cp:revision>
  <dcterms:created xsi:type="dcterms:W3CDTF">2026-08-02T00:29:39Z</dcterms:created>
  <dcterms:modified xsi:type="dcterms:W3CDTF">2026-08-02T01:19:22Z</dcterms:modified>
</cp:coreProperties>
</file>